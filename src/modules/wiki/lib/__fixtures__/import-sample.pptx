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27</c:v>
                </c:pt>
                <c:pt idx="3">
                  <c:v>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Q3 growth.</a:t>
            </a:r>
          </a:p>
          <a:p>
            <a:r>
              <a:t>Mention the new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Management Platform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presentation import</a:t>
            </a:r>
          </a:p>
          <a:p>
            <a:pPr/>
            <a:r>
              <a:t>Improve the canvas editor</a:t>
            </a:r>
          </a:p>
          <a:p>
            <a:pPr lvl="1"/>
            <a:r>
              <a:t>Frames as containers</a:t>
            </a:r>
          </a:p>
          <a:p>
            <a:pPr/>
            <a:r>
              <a:t>Ship collaboration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solidFill>
            <a:srgbClr val="2E86DE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Total 120k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914400" cy="914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Quarter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